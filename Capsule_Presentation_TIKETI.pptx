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0191be5508453d" /><Relationship Type="http://schemas.openxmlformats.org/officeDocument/2006/relationships/extended-properties" Target="/docProps/app.xml" Id="R1620f150c7574ec4" /><Relationship Type="http://schemas.openxmlformats.org/officeDocument/2006/relationships/officeDocument" Target="/ppt/presentation.xml" Id="Rd6854a8b99e243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63b946dd9c44a3"/>
  </p:sldMasterIdLst>
  <p:notesMasterIdLst>
    <p:notesMasterId xmlns:r="http://schemas.openxmlformats.org/officeDocument/2006/relationships" r:id="R3193ed4ea6b54eb5"/>
  </p:notesMasterIdLst>
  <p:sldIdLst>
    <p:sldId xmlns:r="http://schemas.openxmlformats.org/officeDocument/2006/relationships" id="256" r:id="R6307f4e233474311"/>
    <p:sldId xmlns:r="http://schemas.openxmlformats.org/officeDocument/2006/relationships" id="257" r:id="Re7d9dfa340d248d5"/>
    <p:sldId xmlns:r="http://schemas.openxmlformats.org/officeDocument/2006/relationships" id="258" r:id="R17550ba158434f4c"/>
    <p:sldId xmlns:r="http://schemas.openxmlformats.org/officeDocument/2006/relationships" id="259" r:id="Rb8892dbc64284e62"/>
    <p:sldId xmlns:r="http://schemas.openxmlformats.org/officeDocument/2006/relationships" id="260" r:id="Rca48575ad4724274"/>
    <p:sldId xmlns:r="http://schemas.openxmlformats.org/officeDocument/2006/relationships" id="261" r:id="R4304620ab7734c3f"/>
    <p:sldId xmlns:r="http://schemas.openxmlformats.org/officeDocument/2006/relationships" id="262" r:id="R9e9aab65589e4a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0dde5742aa4099" /><Relationship Type="http://schemas.openxmlformats.org/officeDocument/2006/relationships/slideMaster" Target="/ppt/slideMasters/slideMaster1.xml" Id="R0563b946dd9c44a3" /><Relationship Type="http://schemas.openxmlformats.org/officeDocument/2006/relationships/notesMaster" Target="/ppt/notesMasters/notesMaster1.xml" Id="R3193ed4ea6b54eb5" /><Relationship Type="http://schemas.openxmlformats.org/officeDocument/2006/relationships/presProps" Target="/ppt/presProps.xml" Id="R8078ab61f23e471a" /><Relationship Type="http://schemas.openxmlformats.org/officeDocument/2006/relationships/tableStyles" Target="/ppt/tableStyles.xml" Id="R0f457a437fd74fd6" /><Relationship Type="http://schemas.openxmlformats.org/officeDocument/2006/relationships/slide" Target="/ppt/slides/slide1.xml" Id="R6307f4e233474311" /><Relationship Type="http://schemas.openxmlformats.org/officeDocument/2006/relationships/slide" Target="/ppt/slides/slide2.xml" Id="Re7d9dfa340d248d5" /><Relationship Type="http://schemas.openxmlformats.org/officeDocument/2006/relationships/slide" Target="/ppt/slides/slide3.xml" Id="R17550ba158434f4c" /><Relationship Type="http://schemas.openxmlformats.org/officeDocument/2006/relationships/slide" Target="/ppt/slides/slide4.xml" Id="Rb8892dbc64284e62" /><Relationship Type="http://schemas.openxmlformats.org/officeDocument/2006/relationships/slide" Target="/ppt/slides/slide5.xml" Id="Rca48575ad4724274" /><Relationship Type="http://schemas.openxmlformats.org/officeDocument/2006/relationships/slide" Target="/ppt/slides/slide6.xml" Id="R4304620ab7734c3f" /><Relationship Type="http://schemas.openxmlformats.org/officeDocument/2006/relationships/slide" Target="/ppt/slides/slide7.xml" Id="R9e9aab65589e4a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0ab3b221684e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10bcae7ee43aa" /><Relationship Type="http://schemas.openxmlformats.org/officeDocument/2006/relationships/notesMaster" Target="/ppt/notesMasters/notesMaster1.xml" Id="R94867062dfba42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553679e3d54b39" /><Relationship Type="http://schemas.openxmlformats.org/officeDocument/2006/relationships/notesMaster" Target="/ppt/notesMasters/notesMaster1.xml" Id="R35ccf184040948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77abcbed134b2e" /><Relationship Type="http://schemas.openxmlformats.org/officeDocument/2006/relationships/notesMaster" Target="/ppt/notesMasters/notesMaster1.xml" Id="R38a99c96ac4244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2a68611818459f" /><Relationship Type="http://schemas.openxmlformats.org/officeDocument/2006/relationships/notesMaster" Target="/ppt/notesMasters/notesMaster1.xml" Id="Redf16cd7ee0e40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207cbba5f6475d" /><Relationship Type="http://schemas.openxmlformats.org/officeDocument/2006/relationships/notesMaster" Target="/ppt/notesMasters/notesMaster1.xml" Id="R790b4197835e42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40a04b17e9426e" /><Relationship Type="http://schemas.openxmlformats.org/officeDocument/2006/relationships/notesMaster" Target="/ppt/notesMasters/notesMaster1.xml" Id="R47b006a347444e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5992c81793415d" /><Relationship Type="http://schemas.openxmlformats.org/officeDocument/2006/relationships/notesMaster" Target="/ppt/notesMasters/notesMaster1.xml" Id="Rf83b2135d9fb48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TIKETI réunit la vente, l’exploitation et le contrôle dans une même plateforme conçue pour les compagnies de transport.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Contenu produit interne au projet TIKETI.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Montrez la simplicité de la vente : le guichetier choisit le voyage, la destination et la place depuis une seule interface.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Capture interne : tiketi/public/images/selling-desk.jpeg</a:t>
            </a:r>
          </a:p>
          <a:p xmlns:a="http://schemas.openxmlformats.org/drawingml/2006/main">
            <a:r>
              <a:t>- Guide interne : tiketi/USER_GUIDE_FR.md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valeur de TIKETI vient de la continuité du parcours : les mêmes données alimentent la configuration, la vente et le contrôle.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 interne : tiketi/USER_GUIDE_FR.md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Insistez sur la visibilité opérationnelle : le vendeur voit immédiatement la disponibilité et évite les doublons de siège.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Capture interne : tiketi/public/images/seat-map.png</a:t>
            </a:r>
          </a:p>
          <a:p xmlns:a="http://schemas.openxmlformats.org/drawingml/2006/main">
            <a:r>
              <a:t>- Guide interne : tiketi/USER_GUIDE_FR.md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Présentez les bénéfices sans promettre de chiffres non mesurés : moins de fragmentation, plus de visibilité et une meilleure coordination.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 interne : tiketi/USER_GUIDE_FR.md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capsule se termine sur le terrain : la donnée quitte le bureau et accompagne réellement l’équipage pendant le voyage.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Capture interne : tiketi-control/tiketi-control-home.png</a:t>
            </a:r>
          </a:p>
          <a:p xmlns:a="http://schemas.openxmlformats.org/drawingml/2006/main">
            <a:r>
              <a:t>- Code interne : tiketi-control/src/services/offlineSync.ts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Proposez une démonstration centrée sur une ligne réelle de la compagnie, puis un déploiement progressif.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Contenu produit interne au projet TIKETI.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cd34aedd614a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2be577fbfd49d1" /><Relationship Type="http://schemas.openxmlformats.org/officeDocument/2006/relationships/slideLayout" Target="/ppt/slideLayouts/slideLayout1.xml" Id="R29b34b6a943242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b34b6a943242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f304f1ac743df" /><Relationship Type="http://schemas.openxmlformats.org/officeDocument/2006/relationships/notesSlide" Target="/ppt/notesSlides/notesSlide1.xml" Id="R573778b3bc9742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53205cb804c08" /><Relationship Type="http://schemas.openxmlformats.org/officeDocument/2006/relationships/image" Target="/ppt/media/image.jpeg" Id="Rbd1bc4cb1fdc4efc" /><Relationship Type="http://schemas.openxmlformats.org/officeDocument/2006/relationships/notesSlide" Target="/ppt/notesSlides/notesSlide2.xml" Id="Re3dc01d268754e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7cc827b674645" /><Relationship Type="http://schemas.openxmlformats.org/officeDocument/2006/relationships/notesSlide" Target="/ppt/notesSlides/notesSlide3.xml" Id="R995eebc34ff041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b9ce64de445d1" /><Relationship Type="http://schemas.openxmlformats.org/officeDocument/2006/relationships/image" Target="/ppt/media/image.png" Id="R536083cc04184edd" /><Relationship Type="http://schemas.openxmlformats.org/officeDocument/2006/relationships/notesSlide" Target="/ppt/notesSlides/notesSlide4.xml" Id="Rdae0bcc780e743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53e69d7db4bcc" /><Relationship Type="http://schemas.openxmlformats.org/officeDocument/2006/relationships/notesSlide" Target="/ppt/notesSlides/notesSlide5.xml" Id="R19b1f01deb074f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ecd266ec641ef" /><Relationship Type="http://schemas.openxmlformats.org/officeDocument/2006/relationships/image" Target="/ppt/media/image2.png" Id="R8e91f176bd2e4b93" /><Relationship Type="http://schemas.openxmlformats.org/officeDocument/2006/relationships/notesSlide" Target="/ppt/notesSlides/notesSlide6.xml" Id="R814a00dd455044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a584ea0534b40" /><Relationship Type="http://schemas.openxmlformats.org/officeDocument/2006/relationships/notesSlide" Target="/ppt/notesSlides/notesSlide7.xml" Id="R91efc637d8414d5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2C7599B-B162-4C20-A4A2-45DBB971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billetterie transport,
du guichet à l’embarquement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93439EF5-3D36-49E7-A77B-A7D224F9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9447"/>
                </a:solidFill>
                <a:latin typeface="Helvetica Neue"/>
                <a:ea typeface="Helvetica Neue"/>
                <a:cs typeface="Helvetica Neue"/>
              </a:rPr>
              <a:t>CAPSULE DE PRÉSENTATION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EE1CEAB-C2BE-4AD0-9EAE-CB8EDF4B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TIKETI · 2026</a:t>
            </a:r>
          </a:p>
        </p:txBody>
      </p:sp>
    </p:spTree>
    <p:extLst>
      <p:ext uri="{BB962C8B-B14F-4D97-AF65-F5344CB8AC3E}">
        <p14:creationId xmlns:p14="http://schemas.microsoft.com/office/powerpoint/2010/main" val="5519387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6C67209-ABB3-4D52-ADDC-C4C44A03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E6DC940-E282-4B37-83C3-13A159EE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Vendre chaque départ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C0DF171E-0894-4DFD-852F-F97296C9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bc4cb1fdc4efc"/>
          <a:stretch xmlns:a="http://schemas.openxmlformats.org/drawingml/2006/main"/>
        </p:blipFill>
        <p:spPr>
          <a:xfrm xmlns:a="http://schemas.openxmlformats.org/drawingml/2006/main">
            <a:off x="6269069" y="1712970"/>
            <a:ext cx="5539740" cy="2968954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DFD8A712-C7EE-40FD-97D0-E4DC1569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 guichet devient un poste de commande.
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Voyages, destinations, tarifs et disponibilité des sièges sont réunis dans un parcours de vente rapide et lisible.</a:t>
            </a:r>
          </a:p>
        </p:txBody>
      </p:sp>
    </p:spTree>
    <p:extLst>
      <p:ext uri="{BB962C8B-B14F-4D97-AF65-F5344CB8AC3E}">
        <p14:creationId xmlns:p14="http://schemas.microsoft.com/office/powerpoint/2010/main" val="8887767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F2BCB94-B579-43A6-9BDD-B2E1083E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9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79B2007-8B60-4404-BA26-96C0D1B2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TIKETI relie le réseau, la vente et l’embarquement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2C2625F-8C98-4DFD-B7A9-F295983D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CCDDD21-0093-42DD-BCD5-7B2887F1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9463C0E2-912E-4B90-8E57-1F56C6A0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8E51370B-0841-4AB6-8211-8A3A90F6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944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15C1F419-762C-48F1-B97C-18D71AA0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944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CFE0906-1B09-41AC-B112-9C6207E6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944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03290834-3882-4574-B1BC-1DFC003E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Vendre
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Départs planifiés, places attribuées et tickets avec QR code.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86096BF7-71C1-440E-809C-9E7B8D98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Configurer
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Gares, lignes, véhicules, plans de sièges et tarifs.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FE794FF-2E76-43A2-962F-460C3174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Contrôler
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Manifestes, scan à l’embarquement et suivi des opérations.</a:t>
            </a:r>
          </a:p>
        </p:txBody>
      </p:sp>
    </p:spTree>
    <p:extLst>
      <p:ext uri="{BB962C8B-B14F-4D97-AF65-F5344CB8AC3E}">
        <p14:creationId xmlns:p14="http://schemas.microsoft.com/office/powerpoint/2010/main" val="21157155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B88ADEB-0543-4936-8B74-98FAC839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9B592D2-745E-4DE6-B112-99E67BC8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Chaque siège reste maîtrisé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7A4C30F0-9799-4004-AEF2-39169ECA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083cc04184edd"/>
          <a:stretch xmlns:a="http://schemas.openxmlformats.org/drawingml/2006/main"/>
        </p:blipFill>
        <p:spPr>
          <a:xfrm xmlns:a="http://schemas.openxmlformats.org/drawingml/2006/main">
            <a:off x="6269069" y="1903573"/>
            <a:ext cx="5539740" cy="2587749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5427C163-4A5F-479B-8B55-D50B8648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Une occupation visible, une vente sécurisée.
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 plan interactif distingue les places disponibles et occupées, tout en tenant compte de la destination choisie.</a:t>
            </a:r>
          </a:p>
        </p:txBody>
      </p:sp>
    </p:spTree>
    <p:extLst>
      <p:ext uri="{BB962C8B-B14F-4D97-AF65-F5344CB8AC3E}">
        <p14:creationId xmlns:p14="http://schemas.microsoft.com/office/powerpoint/2010/main" val="19449892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A3F1707-342E-4C69-ACFF-43E38893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F5C0380-CD04-47F8-AD76-9B70F257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plateforme apporte de la clarté à chaque rôle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D9B2CB22-4578-4B4C-828D-910C9BE4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C6F4CB2D-EDA6-4248-B898-6F1EBDEA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D7E7127-C953-4560-93F1-6D39CDB4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Pour les équipes
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Moins de ressaisie, une vente plus rapide et des départs mieux préparés.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C435C16-C6B5-4F41-B668-539BBDA6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Pour la direction
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Une vision centralisée des ventes, de l’occupation et de l’activité des gares.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D34FB6AC-8814-4430-B754-0C1BFA26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E7BE683C-EB60-44CB-854A-6ACD1982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893B7125-0112-40A1-A120-1571BD0F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ED846EF-B734-4BA9-8AF3-220267E9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Pour le voyageur
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 parcours plus lisible, du choix de la place jusqu’au contrôle du billet.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82CCB012-68F3-4801-A9E0-66FBBD98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CFB00851-E104-4941-86F9-0DAD2AE1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9447"/>
                </a:solidFill>
                <a:latin typeface="Helvetica Neue"/>
                <a:ea typeface="Helvetica Neue"/>
                <a:cs typeface="Helvetica Neue"/>
              </a:rPr>
              <a:t>UNE EXPLOITATION PLUS FLUIDE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Des outils adaptés au guichet, à la gare et au terrain.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Chaque équipe travaille à partir d’une information partagée.</a:t>
            </a:r>
          </a:p>
        </p:txBody>
      </p:sp>
    </p:spTree>
    <p:extLst>
      <p:ext uri="{BB962C8B-B14F-4D97-AF65-F5344CB8AC3E}">
        <p14:creationId xmlns:p14="http://schemas.microsoft.com/office/powerpoint/2010/main" val="4701366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C324387-70A4-448E-A753-EBCDC663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D7B4A25-2816-4768-BC4E-6A703162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Contrôler, même hors connexion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727E3CE6-B9ED-4C6F-A52D-309E1EBC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1f176bd2e4b93"/>
          <a:stretch xmlns:a="http://schemas.openxmlformats.org/drawingml/2006/main"/>
        </p:blipFill>
        <p:spPr>
          <a:xfrm xmlns:a="http://schemas.openxmlformats.org/drawingml/2006/main">
            <a:off x="7744719" y="396431"/>
            <a:ext cx="2588440" cy="5602034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19B07BFA-EA07-4BCC-9875-694D2481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TIKETI Control accompagne l’équipage.
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Manifestes, scan des billets, embarquement et remontées opérationnelles restent disponibles sur mobile, avec synchronisation au retour du réseau.</a:t>
            </a:r>
          </a:p>
        </p:txBody>
      </p:sp>
    </p:spTree>
    <p:extLst>
      <p:ext uri="{BB962C8B-B14F-4D97-AF65-F5344CB8AC3E}">
        <p14:creationId xmlns:p14="http://schemas.microsoft.com/office/powerpoint/2010/main" val="18960988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8E18B5B8-2117-49C7-AFF4-D56520A4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Passez à une billetterie
plus simple à exploiter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D1CBA4B-DF63-4F56-86A7-4D96A92C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Démonstration produit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Cadrage de vos lignes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Déploiement progressif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72E0504-7DC9-4C29-B6CA-AF64DCC6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9447"/>
                </a:solidFill>
                <a:latin typeface="Helvetica Neue"/>
                <a:ea typeface="Helvetica Neue"/>
                <a:cs typeface="Helvetica Neue"/>
              </a:rPr>
              <a:t>TIKETI</a:t>
            </a:r>
          </a:p>
        </p:txBody>
      </p:sp>
    </p:spTree>
    <p:extLst>
      <p:ext uri="{BB962C8B-B14F-4D97-AF65-F5344CB8AC3E}">
        <p14:creationId xmlns:p14="http://schemas.microsoft.com/office/powerpoint/2010/main" val="1141019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2026-07-27T15:00:07.2230000Z</dcterms:created>
  <dcterms:modified xsi:type="dcterms:W3CDTF">2026-07-27T15:00:07.2230000Z</dcterms:modified>
</coreProperties>
</file>